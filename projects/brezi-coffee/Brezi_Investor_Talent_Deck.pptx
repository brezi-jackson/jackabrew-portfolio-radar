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Brezi — Start Cold.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8C8C8"/>
                </a:solidFill>
              </a:defRPr>
            </a:pPr>
            <a:r>
              <a:t>Brezi: The Cold Protocol Platform</a:t>
            </a:r>
          </a:p>
          <a:p>
            <a:r>
              <a:t>Investor &amp; Talent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353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Morning ritual is the last unoptimized input — people optimize sleep, training, nutrition but not the first thing they consume.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Coffee consumption is variable, acidic, and often disrupts recovery metrics (HRV/cortisol).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No brand connects cold exposure practices to morning consumption in a meaningful way.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353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Our Core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Cold is a deliberate physiological practice — not just a temperature preference.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Brezi connects the morning consumption ritual to cold wellness and biometric data.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Coffee is the entry product; cold is the platform.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353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Solution — Brezi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PrecisionBrew™: a thermoelectric cold-extraction machine (12-minute brew ritual).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Brezi OS: device + Brezi Health Graph + BreziIntel (personalized recommendations).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Platform: hardware + consumables + app integrations + community + spaces.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353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Signature Ritual — The 12-Minute Window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The brew takes 12 minutes — that is the product and ritual.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A single moving cold-blue indicator marks the 12-minute cycle — the owner’s time.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All brand moments and extensions organize around this window (content, kits, spaces).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353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Target Customer — Protocol Optimizer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Aged 27–38, uses Oura/WHOOP, serious about morning routines.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Performs Zone 2 / functional fitness, follows Huberman/Peter Attia.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Buys identity &amp; optimized results, not commodity appliances.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353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Brand &amp; Aesthetic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Precision engineering × monastic calm: matte materials, glacier blue accent.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Counterpoint of bone/ivory white, photography in pre-dawn light.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Object-first design: the countertop test — an object people display.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353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Tech Vision — Brezi 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Device Layer: telemetry, OTA, cartridge NFC auth.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Data Layer: Brezi Health Graph — HRV, sleep, brew sessions, subjective feedback.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Insights Layer: BreziIntel — personalized brew recommendations &amp; longitudinal correlations.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353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Moat &amp; Differentiation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Unique dataset: biometric state at brew moment + brew parameters + 2h performance.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Cartridge NFC + formulation IDs = product + data lock-in.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Local-first ML (privacy-first) + patentable thermal profiling algorithms and university research.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353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Product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Now: Ship PrecisionBrew™ + Apple Health integration + manual HRV input.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18 months: BreziRest Pod — evening recovery cold-extract system (consumable model).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30 months: BreziBar — cold-extraction station for adaptogens &amp; functional compounds.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353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Go-to-Market — The Cold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Launch film &amp; campaign: "Start Cold" hero film (60–90s).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30-day Cold Protocol Challenge — app + UGC + WHOOP/Oura correlations.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Invite-only Cold Morning pop-up in HK (no sale; brand signaling &amp; press).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353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Ecosystem &amp;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Hardware retail (~$350–400) + consumable subscription (cartridges).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B2B: premium gyms, hotels, corporate protocol offering.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Long term: data and platform services, partnerships with wearables/health apps.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353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Traction &amp;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Kickstarter launch success; Shopify store live; Taobao presence.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Completed Phase 1 research: 7 interviews + 181 backer surveys (data available).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iOS technical spec ready; UX copy brief done; Jensen coding pending design lock.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353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Founders: Jackson (UC Berkeley) + Graves Ho — founder DNA + product vision.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Engineering: semiconductor + consumer electronics background (precision skills).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Task Force: CMO, CTO, Creative (Bobo), PM (coordinator) — assembled to build the brand.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353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The Ask — Talent &amp; Capital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Talent: Senior hardware engineer (thermal systems), ML engineer (privacy-first models), product designer (industrial + UX).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Capital: $X for 18 months (complete precision batch, app integrations, BreziRest R&amp;D, launch campaign).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Partnerships: Oura/WHOOP integrations, research partners (HKUST/HKU), creative collabs (Satisfy Running, Aesop/Byredo).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353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Finalize visual assets (product photography, hero film treatment).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Design lock for iOS and immediate Jensen sprint.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Prepare investor one-pager and financial model (I can draft next).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353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Contact &amp; Follow-up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Jackson Hung — Founder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Brezi — projects/brezi-coffee/Brezi_Investor_Talent_Deck.pptx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Request: Review &amp; feedback. I will iterate with the task force and produce final investor-ready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